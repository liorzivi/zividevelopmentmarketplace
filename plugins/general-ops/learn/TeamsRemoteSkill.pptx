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548640"/>
            <a:ext cx="1097280" cy="109728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731520"/>
            <a:ext cx="731520" cy="731520"/>
          </a:xfrm>
          <a:prstGeom prst="ellipse">
            <a:avLst/>
          </a:prstGeom>
          <a:solidFill>
            <a:srgbClr val="121A4A"/>
          </a:solidFill>
          <a:ln w="12700">
            <a:solidFill>
              <a:srgbClr val="121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868680"/>
            <a:ext cx="457200" cy="45720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teams-remote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Activation, Stop-Hook Loop, Token Refresh &amp; HTTP Fallback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097280" cy="457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57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bidirectional Copilot CLI ↔ Microsoft Teams bridge that survives long idle windows by hijacking the Stop hook, refreshing OAuth proactively, and bypassing the CLI's stale bearer with direct-HTTP fallback.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teams-remote is, the three modes it operates in, and why the naïve MCP-only approach falls over.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long-running Copilot CLI ↔ Teams bridge.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 /teams-remote shipped by the general-ops plugin in this marketplace.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active Copilot CLI session with a chosen Teams channel thread so the user can step away.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posted in Teams are injected as new user prompts; agent progress is posted back as threaded replies.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Hardens the naïve MCP-only approach with proactive OAuth refresh and a direct-HTTP fallback.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at plugins/general-ops/skills/teams-remote/ + scripts/teams-remote/ + scripts/hooks/teams_remote_stop.py.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modes of operation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Activate. Loop while away. End.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— /teams-remote (no args, name hints, or a channel URL). Posts a root message, persists state, flips away_mode=true.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— every turn end the Stop hook nudges the agent into a poll cycle. Replies become injected user prompts.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— /teams-remote end (or natural-language equivalent, or 'end' typed in Teams). Posts summary, flips away_mode=false, deletes state.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exists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tasks outlast the user at the keyboard.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Builds, evals, and refactors often outlast the user's presence at the terminal.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bridge the user must keep the terminal in foreground; with it they steer from a phone.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naïve approach (just call MCP each tick) breaks after ~1 hour: the CLI caches the OAuth bearer at startup and never reloads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cached bearer expires, every MCP call returns -32001 Request timed out. Restarting the CLI is not an option for an unattended session.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Overview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sequence diagrams: activation, the listen-respond loop, and ending the session.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59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actors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diagram with these columns in mind.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— the user's Teams app on phone or desktop. Source of replies, target of posts.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AGENT — the Copilot CLI's LLM. Runs scripts, executes MCP/HTTP calls from envelopes, makes decisions.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 — teams_remote_stop.py. Fires after every Stop event; reads state; blocks turn end if away_mode=true.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 — activate.py / poll.py / ask.py / end.py + teams_transport.py. Emit envelopes; persist state.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MCP SERVER — same endpoint either way. Reached via the CLI's MCP client OR via direct HTTP POSTs (after the -32001 flip).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59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Activation — from /teams-remote to the listening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3083" y="1325880"/>
            <a:ext cx="1581546" cy="502920"/>
          </a:xfrm>
          <a:prstGeom prst="rect">
            <a:avLst/>
          </a:prstGeom>
          <a:solidFill>
            <a:srgbClr val="E8B923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3083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(channel)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62155" y="1325880"/>
            <a:ext cx="1581546" cy="502920"/>
          </a:xfrm>
          <a:prstGeom prst="rect">
            <a:avLst/>
          </a:prstGeom>
          <a:solidFill>
            <a:srgbClr val="1E2761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2155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81227" y="1325880"/>
            <a:ext cx="1581546" cy="502920"/>
          </a:xfrm>
          <a:prstGeom prst="rect">
            <a:avLst/>
          </a:prstGeom>
          <a:solidFill>
            <a:srgbClr val="C0392B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1227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00299" y="1325880"/>
            <a:ext cx="1581546" cy="502920"/>
          </a:xfrm>
          <a:prstGeom prst="rect">
            <a:avLst/>
          </a:prstGeom>
          <a:solidFill>
            <a:srgbClr val="16A085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0299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activate.py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19371" y="1325880"/>
            <a:ext cx="1581546" cy="502920"/>
          </a:xfrm>
          <a:prstGeom prst="rect">
            <a:avLst/>
          </a:prstGeom>
          <a:solidFill>
            <a:srgbClr val="2C5F8A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19371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MCP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(MCP client / HTTP)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33856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852928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0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91072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010144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852928" y="2116836"/>
            <a:ext cx="292608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45536" y="2116836"/>
            <a:ext cx="0" cy="109728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52928" y="2226564"/>
            <a:ext cx="292608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  <a:headEnd type="triangl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3218688" y="20253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/teams-remote in CLI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52928" y="2400300"/>
            <a:ext cx="3438144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852928" y="21625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spawn: activate.py --step run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52928" y="2628900"/>
            <a:ext cx="3438144" cy="0"/>
          </a:xfrm>
          <a:prstGeom prst="line">
            <a:avLst/>
          </a:prstGeom>
          <a:noFill/>
          <a:ln w="17780">
            <a:solidFill>
              <a:srgbClr val="8893B8"/>
            </a:solidFill>
            <a:prstDash val="dash"/>
            <a:headEnd type="triangl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2852928" y="23911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JSON envelope: action=post_root, mcp_call=teams-PostChannelMessage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52928" y="2857500"/>
            <a:ext cx="5157216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852928" y="261975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teams-PostChannelMessage (root msg in chosen channel)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52928" y="3086100"/>
            <a:ext cx="5157216" cy="0"/>
          </a:xfrm>
          <a:prstGeom prst="line">
            <a:avLst/>
          </a:prstGeom>
          <a:noFill/>
          <a:ln w="17780">
            <a:solidFill>
              <a:srgbClr val="8893B8"/>
            </a:solidFill>
            <a:prstDash val="dash"/>
            <a:headEnd type="triangl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2852928" y="284835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id, createdDateTime }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52928" y="3314700"/>
            <a:ext cx="3438144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852928" y="30769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spawn: activate.py --step finalize --root-message-id &lt;id&gt;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91072" y="3488436"/>
            <a:ext cx="29260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3488436"/>
            <a:ext cx="0" cy="109728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91072" y="3598164"/>
            <a:ext cx="29260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triangl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6656832" y="33969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&lt;session&gt;.json: away_mode=true, transport=mcp, own_message_ids=[&lt;id&gt;]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52928" y="3771900"/>
            <a:ext cx="3438144" cy="0"/>
          </a:xfrm>
          <a:prstGeom prst="line">
            <a:avLst/>
          </a:prstGeom>
          <a:noFill/>
          <a:ln w="17780">
            <a:solidFill>
              <a:srgbClr val="8893B8"/>
            </a:solidFill>
            <a:prstDash val="dash"/>
            <a:headEnd type="triangl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2852928" y="35341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stdout: ready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52928" y="4000500"/>
            <a:ext cx="3438144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2852928" y="37627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spawn: poll.py --step tick --mode idle --long-poll (first tick)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852928" y="4174236"/>
            <a:ext cx="292608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45536" y="4174236"/>
            <a:ext cx="0" cy="109728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52928" y="4283964"/>
            <a:ext cx="292608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  <a:headEnd type="triangl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218688" y="40827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ends → Stop hook from now on will block &amp; nudge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F8F2DC"/>
          </a:solidFill>
          <a:ln w="9525">
            <a:solidFill>
              <a:srgbClr val="E8B9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point onward, the Stop hook is armed: every turn end re-injects a poll prompt until /teams-remote end.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Listen-respond loop — Teams reply → work → post answer → listen again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3083" y="1325880"/>
            <a:ext cx="1581546" cy="502920"/>
          </a:xfrm>
          <a:prstGeom prst="rect">
            <a:avLst/>
          </a:prstGeom>
          <a:solidFill>
            <a:srgbClr val="E8B923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3083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(channel)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62155" y="1325880"/>
            <a:ext cx="1581546" cy="502920"/>
          </a:xfrm>
          <a:prstGeom prst="rect">
            <a:avLst/>
          </a:prstGeom>
          <a:solidFill>
            <a:srgbClr val="1E2761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2155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81227" y="1325880"/>
            <a:ext cx="1581546" cy="502920"/>
          </a:xfrm>
          <a:prstGeom prst="rect">
            <a:avLst/>
          </a:prstGeom>
          <a:solidFill>
            <a:srgbClr val="C0392B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1227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00299" y="1325880"/>
            <a:ext cx="1581546" cy="502920"/>
          </a:xfrm>
          <a:prstGeom prst="rect">
            <a:avLst/>
          </a:prstGeom>
          <a:solidFill>
            <a:srgbClr val="16A085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0299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poll.py / ask.py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19371" y="1325880"/>
            <a:ext cx="1581546" cy="502920"/>
          </a:xfrm>
          <a:prstGeom prst="rect">
            <a:avLst/>
          </a:prstGeom>
          <a:solidFill>
            <a:srgbClr val="2C5F8A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19371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MCP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(MCP / HTTP)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33856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852928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0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91072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010144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852928" y="2116836"/>
            <a:ext cx="292608" cy="0"/>
          </a:xfrm>
          <a:prstGeom prst="line">
            <a:avLst/>
          </a:prstGeom>
          <a:noFill/>
          <a:ln w="15875">
            <a:solidFill>
              <a:srgbClr val="889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45536" y="2116836"/>
            <a:ext cx="0" cy="109728"/>
          </a:xfrm>
          <a:prstGeom prst="line">
            <a:avLst/>
          </a:prstGeom>
          <a:noFill/>
          <a:ln w="15875">
            <a:solidFill>
              <a:srgbClr val="889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52928" y="2226564"/>
            <a:ext cx="292608" cy="0"/>
          </a:xfrm>
          <a:prstGeom prst="line">
            <a:avLst/>
          </a:prstGeom>
          <a:noFill/>
          <a:ln w="15875">
            <a:solidFill>
              <a:srgbClr val="8893B8"/>
            </a:solidFill>
            <a:prstDash val="solid"/>
            <a:headEnd type="triangl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3218688" y="20253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turn ends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2345436"/>
            <a:ext cx="292608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2345436"/>
            <a:ext cx="0" cy="109728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455164"/>
            <a:ext cx="292608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headEnd type="triangl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4937760" y="22539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 fires; reads state; away_mode=true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52928" y="2628900"/>
            <a:ext cx="1719072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dash"/>
            <a:headEnd type="triangl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2852928" y="23911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{decision: block, reason: 'run poll.py --step tick'}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52928" y="2857500"/>
            <a:ext cx="3438144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852928" y="26197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spawn: poll.py --step tick --mode idle --long-poll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91072" y="3086100"/>
            <a:ext cx="1719072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291072" y="28483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long_poll_replies: GET ListChannelMessageReplies (loops up to 10 min)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33856" y="3314700"/>
            <a:ext cx="6876288" cy="0"/>
          </a:xfrm>
          <a:prstGeom prst="line">
            <a:avLst/>
          </a:prstGeom>
          <a:noFill/>
          <a:ln w="17780">
            <a:solidFill>
              <a:srgbClr val="E8B923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1133856" y="3076956"/>
            <a:ext cx="6876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posts reply in Teams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91072" y="3543300"/>
            <a:ext cx="1719072" cy="0"/>
          </a:xfrm>
          <a:prstGeom prst="line">
            <a:avLst/>
          </a:prstGeom>
          <a:noFill/>
          <a:ln w="17780">
            <a:solidFill>
              <a:srgbClr val="8893B8"/>
            </a:solidFill>
            <a:prstDash val="dash"/>
            <a:headEnd type="triangl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6291072" y="33055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with new reply payload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52928" y="3771900"/>
            <a:ext cx="3438144" cy="0"/>
          </a:xfrm>
          <a:prstGeom prst="line">
            <a:avLst/>
          </a:prstGeom>
          <a:noFill/>
          <a:ln w="17780">
            <a:solidFill>
              <a:srgbClr val="8893B8"/>
            </a:solidFill>
            <a:prstDash val="dash"/>
            <a:headEnd type="triangl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2852928" y="35341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envelope: inject reply text as next user prompt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52928" y="3945636"/>
            <a:ext cx="292608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45536" y="3945636"/>
            <a:ext cx="0" cy="109728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52928" y="4055364"/>
            <a:ext cx="292608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  <a:headEnd type="triangl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3218688" y="38541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works: runs tools, drafts answer, calls ask.py to post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52928" y="4229100"/>
            <a:ext cx="5157216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2852928" y="399135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 HTTP-fallback: teams-ReplyToChannelMessage (answer)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F8F2DC"/>
          </a:solidFill>
          <a:ln w="9525">
            <a:solidFill>
              <a:srgbClr val="E8B9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entire round-trip is one Stop-block cycle. Long-poll collapses ~60 forced LLM turns per idle window into ~1.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End — user types 'end' in Teams (or /teams-remote end in CLI)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3083" y="1325880"/>
            <a:ext cx="1581546" cy="502920"/>
          </a:xfrm>
          <a:prstGeom prst="rect">
            <a:avLst/>
          </a:prstGeom>
          <a:solidFill>
            <a:srgbClr val="E8B923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3083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(channel)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62155" y="1325880"/>
            <a:ext cx="1581546" cy="502920"/>
          </a:xfrm>
          <a:prstGeom prst="rect">
            <a:avLst/>
          </a:prstGeom>
          <a:solidFill>
            <a:srgbClr val="1E2761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2155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81227" y="1325880"/>
            <a:ext cx="1581546" cy="502920"/>
          </a:xfrm>
          <a:prstGeom prst="rect">
            <a:avLst/>
          </a:prstGeom>
          <a:solidFill>
            <a:srgbClr val="C0392B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1227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00299" y="1325880"/>
            <a:ext cx="1581546" cy="502920"/>
          </a:xfrm>
          <a:prstGeom prst="rect">
            <a:avLst/>
          </a:prstGeom>
          <a:solidFill>
            <a:srgbClr val="16A085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0299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poll.py / end.py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19371" y="1325880"/>
            <a:ext cx="1581546" cy="502920"/>
          </a:xfrm>
          <a:prstGeom prst="rect">
            <a:avLst/>
          </a:prstGeom>
          <a:solidFill>
            <a:srgbClr val="2C5F8A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19371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MCP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(MCP / HTTP)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33856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852928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0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91072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010144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33856" y="2116836"/>
            <a:ext cx="292608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26464" y="2116836"/>
            <a:ext cx="0" cy="109728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" y="2226564"/>
            <a:ext cx="292608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  <a:headEnd type="triangl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499616" y="20253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'end' in Teams thread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91072" y="2400300"/>
            <a:ext cx="1719072" cy="0"/>
          </a:xfrm>
          <a:prstGeom prst="line">
            <a:avLst/>
          </a:prstGeom>
          <a:noFill/>
          <a:ln w="17780">
            <a:solidFill>
              <a:srgbClr val="8893B8"/>
            </a:solidFill>
            <a:prstDash val="dash"/>
            <a:headEnd type="triangl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6291072" y="21625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long_poll returns reply: 'end'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91072" y="2574036"/>
            <a:ext cx="292608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2574036"/>
            <a:ext cx="0" cy="109728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91072" y="2683764"/>
            <a:ext cx="292608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headEnd type="triangl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6656832" y="24825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regex match (end / /teams-remote end / /teams-remote-end)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52928" y="2857500"/>
            <a:ext cx="3438144" cy="0"/>
          </a:xfrm>
          <a:prstGeom prst="line">
            <a:avLst/>
          </a:prstGeom>
          <a:noFill/>
          <a:ln w="17780">
            <a:solidFill>
              <a:srgbClr val="8893B8"/>
            </a:solidFill>
            <a:prstDash val="dash"/>
            <a:headEnd type="triangl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2852928" y="26197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envelope: emit_end_summary (compose handoff)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52928" y="3086100"/>
            <a:ext cx="3438144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852928" y="28483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spawn: end.py --step run --summary '&lt;final summary&gt;'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52928" y="3314700"/>
            <a:ext cx="3438144" cy="0"/>
          </a:xfrm>
          <a:prstGeom prst="line">
            <a:avLst/>
          </a:prstGeom>
          <a:noFill/>
          <a:ln w="17780">
            <a:solidFill>
              <a:srgbClr val="8893B8"/>
            </a:solidFill>
            <a:prstDash val="dash"/>
            <a:headEnd type="triangl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2852928" y="30769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envelope: post_summary, mcp_call=teams-ReplyToChannelMessage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52928" y="3543300"/>
            <a:ext cx="5157216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2852928" y="330555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 HTTP: teams-ReplyToChannelMessage (summary post)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52928" y="3771900"/>
            <a:ext cx="5157216" cy="0"/>
          </a:xfrm>
          <a:prstGeom prst="line">
            <a:avLst/>
          </a:prstGeom>
          <a:noFill/>
          <a:ln w="17780">
            <a:solidFill>
              <a:srgbClr val="8893B8"/>
            </a:solidFill>
            <a:prstDash val="dash"/>
            <a:headEnd type="triangl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2852928" y="353415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messageId }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52928" y="4000500"/>
            <a:ext cx="3438144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2852928" y="37627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spawn: end.py --step finalize --summary-message-id &lt;id&gt;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91072" y="4174236"/>
            <a:ext cx="292608" cy="0"/>
          </a:xfrm>
          <a:prstGeom prst="line">
            <a:avLst/>
          </a:prstGeom>
          <a:noFill/>
          <a:ln w="15875">
            <a:solidFill>
              <a:srgbClr val="16A08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0" y="4174236"/>
            <a:ext cx="0" cy="109728"/>
          </a:xfrm>
          <a:prstGeom prst="line">
            <a:avLst/>
          </a:prstGeom>
          <a:noFill/>
          <a:ln w="15875">
            <a:solidFill>
              <a:srgbClr val="16A08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91072" y="4283964"/>
            <a:ext cx="292608" cy="0"/>
          </a:xfrm>
          <a:prstGeom prst="line">
            <a:avLst/>
          </a:prstGeom>
          <a:noFill/>
          <a:ln w="15875">
            <a:solidFill>
              <a:srgbClr val="16A085"/>
            </a:solidFill>
            <a:prstDash val="solid"/>
            <a:headEnd type="triangl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6656832" y="40827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delete_state(): unlink &lt;session&gt;.json + pending; away_mode now effectively false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F8F2DC"/>
          </a:solidFill>
          <a:ln w="9525">
            <a:solidFill>
              <a:srgbClr val="E8B9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Stop event finds no state file → hook returns no block → CLI sits idle and waits for new user input.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Components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files, the wiring, and where state lives on disk.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makes the Teams call?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prepare; the agent executes.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scripts do NOT open sockets to Teams — they emit JSON envelopes to stdout.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envelope names the MCP tool to call (mcp_call) and, for poll.py, an http_fallback sibling.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(Copilot CLI's LLM) reads the envelope and executes the actual MCP tool call — or, after the transport flip, the direct HTTP POST.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own state, dedup, mention markup, termination regex, and stripping mcp_call once transport=="http".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exception: poll.py calls teams_transport.long_poll_replies directly for the 10-min blocking GET loop. Outbound posts are always envelope-only.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activate/ask/end emit MCP-only envelopes; only poll.py ships the dual-transport contract. Adding http_fallback to the others is a follow-up.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on disk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prompt + 4 scripts + transport + hook + state lib.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skills/teams-remote/SKILL.md — the prompt the agent reads when invoked.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scripts/teams-remote/activate.py — two-step activation handshake (emits envelopes).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scripts/teams-remote/poll.py — heart of the loop; emits envelopes + calls long_poll_replies directly.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scripts/teams-remote/ask.py — emits a post_question envelope for outbound questions.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scripts/teams-remote/end.py — emits a post_summary envelope + teardown.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scripts/teams-remote/teams_transport.py — pure-stdlib transport (refresh, SSE, HTTP fallback, long-poll).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scripts/hooks/teams_remote_stop.py + scripts/lib/state.py — Stop-hook gate + schema-versioned state.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 wiring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↔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 + dual MCP transport discovery.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hooks/hooks.json registers the Stop hook with matcher: "" — fires on every Stop event.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command: python "${CLAUDE_PLUGIN_ROOT}/scripts/hooks/teams_remote_stop.py".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MCP transports auto-discovered: user OAuth (~/.copilot/mcp-oauth-config/*.json) and agency loopback proxy (%TEMP%\copilot-mcp-*.json).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MCP tools: teams-ListTeams, teams-ListChannels, teams-PostChannelMessage, teams-ReplyToChannelMessage, teams-ListChannelMessageReplies.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directory (v1.8.0+)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JSON, only present while away_mode=true.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~/.copilot/session-state/&lt;session-id&gt;/plugins/general-ops/teams-remote/ — co-located with the CLI's own session-state, per-session by construction.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state.json (live state), pending.json (out-queue), activate-pending.json (mid-handshake only).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Hook-crash log stays MACHINE-LEVEL at &lt;tempdir&gt;/general-ops/hook-error.log (hooks can crash before they know the session_id).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COPILOT_SESSION_ROOT env var (or state.set_session_root(path)) redirects the root for tests / CI.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version is 3 — load_state returns None for any other version (stale state treated as 'no session').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Pre-1.8 layout (deprecated): flat &lt;tempdir&gt;/general-ops/teams-remote/&lt;session-id&gt;.json — required globbing, leaked across sessions.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lifecycle — when state.json appears and disappears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 to state.json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/teams-remote (activate finalize)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— schema_version=3, away_mode=true, transport="mcp", own_message_ids=[&lt;root-id&gt;].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poll tick / process / record-*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REWRITTEN atomically — write *.tmp then os.replace (no torn reads).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ask.py / end.py finalize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REWRITTEN — appends posted message id to own_message_ids.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refresh / -32001 / 401 / AADSTS*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REWRITTEN — transport flips "mcp" → "http" (sticky, never flips back).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/teams-remote end (or NL end / 'end' typed in Teams)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 — delete_state() unlinks the file; empty per-session dir left for the CLI to clean.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bump (v3 → v4 in the future)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file orphaned — load_state returns None, hook treats as 'no session'.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 Flow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handshake that posts a root message and arms the Stop hook.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Two-step handshake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1+2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→ execute MCP root post → finalize.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activate.py --step run: resolves team/channel ids; emits already_active, need_input, error, or post_root.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executes the root-post MCP call and captures the returned message id and ISO timestamp.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activate.py --step finalize --root-message-id &lt;id&gt; --created-iso &lt;ts&gt;: persists state and emits 'ready'.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--user-id &lt;guid&gt; enables the self-mention notification hack (every reply mentions the away user → push notification fires).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state: transport='mcp', away_mode=true, last_processed_id='0', own_message_ids=[&lt;root-id&gt;].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Post-activation invariants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now true on disk and what must happen next.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away_mode=true is persisted — the Stop hook will start blocking turn endings from now 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defaults to 'mcp'; flips to 'http' on first refresh / -32001 / 401 / AADSTS*.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own_message_ids already contains the root post so the poll loop never echoes it as user input.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Post-activation rule: at the start of the NEXT turn the agent's only action is poll.py --step tick --mode idle. No 'how can I help?' prompt.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Idle-Poll Loop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Long-poll first, short-poll fallback, dual-transport envelopes on every tick.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IDLE-POLL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Long-poll vs short-poll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60×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LONG-POLL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~60 forced LLM turns into ~1 per idle window.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Long-poll (preferred): poll.py --step tick --mode idle --long-poll blocks inside the subprocess for up to 10 minutes.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one poll_result envelope with replies already fetched — no separate MCP call needed.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Short-poll (fallback): emits mcp_call + mcp_args + sleep_seconds; agent must execute and then call --step process.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Long-poll collapses ~60 forced LLM turns per idle window down to ~1 — huge token-cost reduction.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used only when neither OAuth disk config nor agency proxy is discoverable.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IDLE-POLL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branching after --step process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agent must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unread reply becomes a user prompt; post the ack_template in PARALLEL with the first real-work tool call.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typed 'end' / '/teams-remote end' / '/teams-remote-end' in Teams → run End Flow with reason remote-triggered.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heartbeat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'still working' post; record its id back via --record-own-id &lt;id&gt; --record-own-kind heartbeat.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actionable; loop again. If truncated:true, shorten pollIntervalSeconds.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poll_result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Long-poll only — pipe straight into --step process; the resulting action is one of the four above.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IDLE-POLL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Envelopes carry both transports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call + http_fallback sibling on every tick.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 emits mcp_call + mcp_args AND an http_fallback sibling — agent picks based on top-level transport flag.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'mcp' (default) or 'http' (sticky after a flip).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http_fallback shape varies: auth='bearer' for OAuth disk (fully-qualified teams-… tool name) or auth='none' for agency loopback proxy (prefix stripped).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Stop-Hook Integration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end-of-turn Stop event becomes another idle-poll cycle.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STOP-HOOK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sits in the agentic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EVENT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the model returns end_turn.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Copilot CLI emits a Stop event when the model returns end_turn — see CopilotCliAgenticLoopAndHooks.md.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Stop hook can return {"decision": "block", "reason": "..."} on stdout to FORCE another turn.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text is delivered to the model as the next user prompt.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registers exactly such a Stop hook with empty matcher so it runs after every turn.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STOP-HOOK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teams_remote_stop.py does (v1.8.0+)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↧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BODY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session_id from stdin, look up that session's state, decide.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JSON payload the CLI pipes on stdin and extracts the firing session's session_id.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load_state(session_id) directly — per-session storage means there's exactly one path it could exist at: ~/.copilot/session-state/&lt;session-id&gt;/plugins/general-ops/teams-remote/state.json.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state file for THIS session, or away_mode != true → return 0 with no stdout. The CLI sees no decision; the turn ends normally.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session is in away mode → emits {"decision": "block", "reason": "&lt;idle-poll instructions&gt;"}. The CLI forces another turn.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Fail-open on missing/malformed stdin → no block. Top-level try/except logs to hook-error.log. A hook crash never blocks the user.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globbing, no _active_away_session() helper — session isolation is enforced by the storage layout itself.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STOP-HOOK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block reason tells the agent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REASON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imperative the agent must obey.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Reminds it the session is away_mode=true and gives the EXACT command sequence.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poll.py --step tick --mode idle --long-poll --session-id &lt;SID&gt;.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pipe the poll_result envelope into --step process and act on inject / terminate / heartbeat / continue.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guidance included: drop --long-poll, add --with-sleep, switch to http_fallback if transport==http or on -32001/401/AADSTS.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/teams-remote end flips away_mode=false — this is the ONLY way out of the loop.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STOP-HOOK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loop never ends — two halves working together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1+2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DRIVER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Long-poll waits efficiently; Stop hook causes the next turn.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1 — long-poll keeps the CURRENT subprocess productive: poll.py --long-poll blocks for up to 10 min inside teams_transport.long_poll_replies (one LLM turn = up to 10 minutes of wall-clock).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2 — Stop hook causes the NEXT turn to exist: when the agent stops generating, CLI fires Stop, hook returns { decision: 'block', reason: ... }, CLI delivers reason as a synthetic user prompt — turn N+1 starts.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only end.py --step finalize calls delete_state(). Next Stop sees no file → hook returns {} → CLI idles, human regains control.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HALF 2, loop dies after one tick — agent finishes turn naturally, CLI idles.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HALF 1, loop still works but becomes a busy-wait — fresh LLM turn every minute.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is wrapped in top-level try/except → falls back to {} on any crash. A hook failure must NEVER take the terminal down.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STOP-HOOK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persistence — Half 1 (long-poll) + Half 2 (Stop hook)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3083" y="1325880"/>
            <a:ext cx="1581546" cy="502920"/>
          </a:xfrm>
          <a:prstGeom prst="rect">
            <a:avLst/>
          </a:prstGeom>
          <a:solidFill>
            <a:srgbClr val="E8B923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3083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(host)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62155" y="1325880"/>
            <a:ext cx="1581546" cy="502920"/>
          </a:xfrm>
          <a:prstGeom prst="rect">
            <a:avLst/>
          </a:prstGeom>
          <a:solidFill>
            <a:srgbClr val="1E2761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2155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81227" y="1325880"/>
            <a:ext cx="1581546" cy="502920"/>
          </a:xfrm>
          <a:prstGeom prst="rect">
            <a:avLst/>
          </a:prstGeom>
          <a:solidFill>
            <a:srgbClr val="C0392B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1227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00299" y="1325880"/>
            <a:ext cx="1581546" cy="502920"/>
          </a:xfrm>
          <a:prstGeom prst="rect">
            <a:avLst/>
          </a:prstGeom>
          <a:solidFill>
            <a:srgbClr val="16A085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0299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poll.py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19371" y="1325880"/>
            <a:ext cx="1581546" cy="502920"/>
          </a:xfrm>
          <a:prstGeom prst="rect">
            <a:avLst/>
          </a:prstGeom>
          <a:solidFill>
            <a:srgbClr val="2C5F8A"/>
          </a:solidFill>
          <a:ln w="6350">
            <a:solidFill>
              <a:srgbClr val="121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19371" y="1325880"/>
            <a:ext cx="158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MCP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33856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852928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0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91072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010144" y="1828800"/>
            <a:ext cx="0" cy="2606040"/>
          </a:xfrm>
          <a:prstGeom prst="line">
            <a:avLst/>
          </a:prstGeom>
          <a:noFill/>
          <a:ln w="9525">
            <a:solidFill>
              <a:srgbClr val="8893B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33856" y="2171700"/>
            <a:ext cx="1719072" cy="0"/>
          </a:xfrm>
          <a:prstGeom prst="line">
            <a:avLst/>
          </a:prstGeom>
          <a:noFill/>
          <a:ln w="17780">
            <a:solidFill>
              <a:srgbClr val="E8B923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133856" y="19339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N starts — synthetic prompt: 'run poll.py --step tick'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52928" y="2400300"/>
            <a:ext cx="3438144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852928" y="21625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poll.py --step tick --long-poll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91072" y="2628900"/>
            <a:ext cx="1719072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291072" y="23911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long_poll_replies — internal short GETs (HALF 1: blocks up to 10 min)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91072" y="2857500"/>
            <a:ext cx="1719072" cy="0"/>
          </a:xfrm>
          <a:prstGeom prst="line">
            <a:avLst/>
          </a:prstGeom>
          <a:noFill/>
          <a:ln w="17780">
            <a:solidFill>
              <a:srgbClr val="8893B8"/>
            </a:solidFill>
            <a:prstDash val="dash"/>
            <a:headEnd type="triangl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6291072" y="26197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OR heartbeat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52928" y="3086100"/>
            <a:ext cx="3438144" cy="0"/>
          </a:xfrm>
          <a:prstGeom prst="line">
            <a:avLst/>
          </a:prstGeom>
          <a:noFill/>
          <a:ln w="17780">
            <a:solidFill>
              <a:srgbClr val="8893B8"/>
            </a:solidFill>
            <a:prstDash val="dash"/>
            <a:headEnd type="triangl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2852928" y="28483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(subprocess returns)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52928" y="3259836"/>
            <a:ext cx="29260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45536" y="3259836"/>
            <a:ext cx="0" cy="109728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52928" y="3369564"/>
            <a:ext cx="29260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triangl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3218688" y="31683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processes envelope, maybe posts, then stops generating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33856" y="3543300"/>
            <a:ext cx="3438144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1133856" y="33055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fires Stop event (built-in)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3717036"/>
            <a:ext cx="292608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64608" y="3717036"/>
            <a:ext cx="0" cy="109728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3826764"/>
            <a:ext cx="292608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headEnd type="triangl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4937760" y="36255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load_state(session_id)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33856" y="4000500"/>
            <a:ext cx="3438144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dash"/>
            <a:headEnd type="triangl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1133856" y="376275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decision: 'block', reason: 'run poll.py --step tick…' }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133856" y="4229100"/>
            <a:ext cx="1719072" cy="0"/>
          </a:xfrm>
          <a:prstGeom prst="line">
            <a:avLst/>
          </a:prstGeom>
          <a:noFill/>
          <a:ln w="17780">
            <a:solidFill>
              <a:srgbClr val="E8B923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133856" y="39913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2: turn N+1 starts with reason as synthetic user prompt → loop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F8F2DC"/>
          </a:solidFill>
          <a:ln w="9525">
            <a:solidFill>
              <a:srgbClr val="E8B9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path: when state file is gone (after /teams-remote end), hook returns {} → CLI returns to idle prompt → loop ends, human regains control.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Bypassing -32001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 fails after ~1 hour, and the two-part fix.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-32001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MCP calls eventually fail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-32001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bearer never reloads.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Copilot CLI loads the Teams MCP OAuth bearer ONCE at process startup and caches it in memory.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lifetime is typically ~1 hour. After that, the MCP server rejects the call.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as: McpError -32001: Request timed out (sometimes 401 or AADSTS*).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Restarting the CLI is not an option for an unattended away session.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59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-32001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refresh — ensure_fresh_token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10m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SKEW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10 minutes before expiry, write back atomically.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top of every poll.py --step tick, find_teams_mcp_config() locates ~/.copilot/mcp-oauth-config/&lt;name&gt;.tokens.json.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is by serverUrl containing 'mcp_TeamsServerV1' — robust against renamed config files.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ensure_fresh_token checks expiresAt - now. If ≤ 600 s, POSTs a refresh_token grant to login.microsoftonline.com.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tokens written back atomically with camelCase keys (accessToken / refreshToken / expiresAt) so the CLI's on-disk file stays in sync.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{refreshed: True} — the loop reacts by flipping state to HTTP.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59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-32001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HTTP fallback flip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→HTTP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FLIP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on HTTP, stay on HTTP.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refreshed=True, poll.py sets state['transport']='http' and persists immediately.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that tick on, every envelope carries transport:'http' and the agent executes http_fallback instead of mcp_call.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--step record-mcp-error --code -32001 does the same flip reactively after an MCP call already returned the dreaded error.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on HTTP, NEVER flip back. The CLI's cached bearer never catches up; flipping back just reproduces the bug.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59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-32001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HTTP fallback shapes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 header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disk (user-managed)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teams-&lt;Verb&gt; (full)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&lt;accessToken from tokens file&gt;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 loopback proxy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&lt;Verb&gt; (prefix stripped)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 — proxy injects upstream)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59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-32001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SSE parsing — non-negotiables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NESTED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json.loads three times. Never regex.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calls send Content-Type: application/json and Accept: application/json, text/event-stream.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body is SSE-formatted with TRIPLE-nested JSON inside data: lines.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via teams_transport.parse_sse_response — never regex (Unicode escapes \u0022 will silently break you).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SSE parse failure is treated as an ERROR, not 'no replies'. Silently dropping replies is the worst-case bug.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59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State Storage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persisted, when it's read, when it's written, and when it's reaped.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STORAGE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(v3) — key fields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schema_version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3; mismatched versions load as None (treated as 'no session').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Copilot CLI session id this state belongs to.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away_mode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— true means the Stop hook will block. Only end.py flips it false.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'mcp' (default) or 'http' (sticky after refresh / -32001).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team_id / channel_id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 Graph ids the loop posts into.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root_message_id / root_created_iso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 post id; threaded replies hang under it.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own_message_ids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id we've authored — ack, heartbeat, progress, ask, end summary.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last_processed_id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Decimal-string max id processed; numeric floor against clock-skew replays.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59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STORAGE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state is written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meaningful step persists.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activate.py --step finalize — initial save with away_mode=true, transport='mcp', root post recorded.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every poll.py --step tick — after ensure_fresh_token may have flipped transport to 'http'.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--step process — after each successful reply: appends to own_message_ids and bumps last_processed_id.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--step record-own — explicit add-to-own_message_ids after the agent posts an ad-hoc reply.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--step record-mcp-error — flips transport='http' and increments mcp_timeout_streak.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ask.py --step finalize — records the question id we just posted.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STORAGE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state is read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 + every poll step + end.py.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teams_remote_stop.py — every Stop event scans the directory and picks the first away_mode=true session.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poll.py step starts with load_state(session_id).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end.py reads it once to compose the summary, then deletes the file.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STORAGE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Lifetime &amp; cleanup (v1.8.0+)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↺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dies with the session.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live until end.py --step finalize calls delete_state() — that's the only deliberate teardown.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state-dir means cleanup is the CLI's job (it owns ~/.copilot/session-state/&lt;sid&gt;/). When the CLI prunes a session dir, our state goes with it — no separate reaper needed.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Schema-version mismatches are inert: a v4 bump simply makes any leftover v3 file return None from load_state — the hook treats it as 'no session'.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Pre-1.8 had run_stale_cleanup() reaping &gt;24h files from the flat machine-level dir; that helper was deleted in v1.8 because per-session lifetimes made it dead code.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Restart-after-crash: /teams-remote starts a FRESH activation; there is no resume.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Self-Filter &amp; Dedup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ensure the agent never echoes itself or replays old replies.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59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SELF-FILTER &amp; DEDUP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Two-layer defence against echo loops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Id-set membership + numeric floor.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own_message_ids set. Every id we post (root, asks, acks, heartbeats, progress, end summary) goes in. Poller skips any matching reply.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last_processed_id numeric floor. Each processed reply id is parsed as int; max persisted. Future ticks skip any reply where int(reply_id) ≤ last_processed_id.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layers: clock-skewed Graph timestamps can re-surface 'older' replies; numeric ordering on monotonic id space is stronger than timestamp comparison.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is by ID, never by sender — the agent posts on behalf of the signed-in user, so from.userId is identical for inbound and outbound.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59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SELF-FILTER &amp; DEDUP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Termination detection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/end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text matched against a tight pattern.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replies matched against ^\s*(end|/teams-remote\s+end|/teams-remote-end)\s*$ (case-insensitive).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emits action:'terminate' with reason remote-triggered.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must run end.py --step run --reason remote-triggered next, not pretend to keep working.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59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Posting Rules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pieces every Teams post must carry. Plain text only for ad-hoc.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59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RULES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Teams post needs three pieces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+ in-content @mention + mentions array.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prefix — content begins with the literal string 'Copilot agent message:' so the user can distinguish agent posts from their own.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In-content self-@mention — content begins with @DisplayName (literal at-sign + away user's display name).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argument — JSON-stringified [{displayName, id, type:'user'}] matching the in-content mention.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mentions is the #1 cause of 'you didn't ping me' — without it the away user gets no push notification.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59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RULES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text only for ad-hoc posts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TXT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raw HTML when the agent composes by hand.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contentType:'text' on teams-ReplyToChannelMessage / teams-PostChannelMessage / teams-SendMessageToChat.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expands @DisplayName into proper Teams mention markup automatically when mentions is present — do NOT author &lt;at&gt;...&lt;/at&gt; tags.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author raw HTML (&lt;p&gt;, &lt;br&gt;, &lt;ul&gt;, &lt;b&gt;, &lt;at&gt;, &lt;div&gt;, etc.) — Teams renders most hand-rolled HTML inconsistently.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\n for line breaks, '- ' for bullets, *asterisks* or ALL-CAPS sparingly for emphasis.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 envelopes from activate.py / end.py / _apply_mention_hack use a tiny controlled subset — they are the only sanctioned HTML on the wire.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59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RULES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Acknowledge in parallel with starting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∥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 MCP must never block forward progress.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poll loop returns 'inject', post the ack and the first real-work tool call as PARALLEL tool calls in a single response.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guarantees a hung MCP can never block forward progress.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ack should paraphrase what was understood in ≤2 sentences — proves the agent actually read the message.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59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XI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Flow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teardown. Reason codes. The termination matrix.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59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Two-step teardown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1+2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→ execute MCP/HTTP summary → finalize.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end.py --step run --reason &lt;code&gt;: composes a summary, emits post_summary (or no_session if state is missing).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executes the MCP/HTTP summary post.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end.py --step finalize: deletes the state file; emits ok.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summary post fails, STILL proceed to step 2 — the session is logically closed regardless.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ok, a future /teams-remote starts a FRESH activation; there is no resume.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 codes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--reason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it's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user-invoked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Default. User typed /teams-remote end or a natural-language end phrase in the CLI.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remote-triggered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Idle-poll matched a termination string in a Teams reply.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Reserved for future use; currently unset by any caller.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Termination matrix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it's handled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runs /teams-remote end in CLI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Flow with reason user-invoked.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replies 'end' / '/teams-remote end' / '/teams-remote-end' in Teams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 returns 'terminate' → End Flow with reason remote-triggered.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session exits without cleanup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summary; stale state reaped on the next activation.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59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XII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Cases &amp; Hardening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 in discovery, transport, and ambiguity.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59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&amp; HARDENING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 discovery failures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Tolerant fallbacks; never crash the loop.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find_teams_mcp_config() returns None when no OAuth disk config exists yet → loop logs one-line stderr note and emits envelopes WITHOUT http_fallback. Stays on MCP.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find_agency_teams_proxy() scans %TEMP%\copilot-mcp-*.json newest-first; trusts only loopback URLs (127.0.0.1 / localhost).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both fail, MCP-only operation continues — refresh and HTTP fallback are simply unavailable.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enough idle window in that state will eventually hit the -32001 cliff.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59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&amp; HARDENING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Agency proxy may be read-only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CAVEAT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tools/list before activating.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agency-hosted Teams MCP loopback proxies expose ONLY READ tools — no PostChannelMessage / ReplyToChannelMessage.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tools/list against the proxy before activating.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write tools are missing, the skill must REFUSE to activate rather than silently degrade.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59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&amp; HARDENING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One-shot scripts vs the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1×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activate.py / ask.py / end.py still MCP-only.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activate.py, ask.py, and end.py currently emit MCP-only envelopes (no http_fallback sibling).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retries them once on -32001; they are rarely on the long-running hot path.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PR will add HTTP fallback siblings to these too for full symmetry.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59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&amp; HARDENING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can't be guessed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is an error, not a guess.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Team/channel ambiguity (multiple matches by name) is an ERROR, not a guess. The skill surfaces it for human resolution.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reply with a non-numeric id is a hard failure of an upstream invariant.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 last_processed_id floor only works because Teams reply ids are monotonic decimal strings.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59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2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640080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XIII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design works, and the operational rules to remember.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59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design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hijack + sticky HTTP + dedup = robust loop.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hook turns 'end of turn' into 'end of one cycle of the idle loop' — keeps the agent alive without a separate daemon.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refresh + sticky HTTP fallback dodges the CLI's most painful long-session bug (-32001 from a stale cached bearer).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Schema-versioned per-session state keeps multi-session and multi-version installs from clobbering each other.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dedup (id-set + numeric floor) prevents the agent from ever talking to itself, even under clock skew.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59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rules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these or be debugging at 2am.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/teams-remote end flips away_mode=false — nothing else escapes the Stop-hook block.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transport=='http', NEVER flip back; the CLI's cached bearer will not catch up.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Teams post: prefix + @DisplayName + mentions array. All three. Always.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SSE parse None is an ERROR, never 'no messages' — silently empty replies is the worst-case bug.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Long-poll first; fall back to short-poll only when transport discovery fails.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teams-remote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59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teams-remote Skill — Deep Dive</dc:title>
  <dc:subject>PptxGenJS Presentation</dc:subject>
  <dc:creator>Copilot CLI / Lior Zivi</dc:creator>
  <cp:lastModifiedBy>Copilot CLI / Lior Zivi</cp:lastModifiedBy>
  <cp:revision>1</cp:revision>
  <dcterms:created xsi:type="dcterms:W3CDTF">2026-05-03T20:10:28Z</dcterms:created>
  <dcterms:modified xsi:type="dcterms:W3CDTF">2026-05-03T20:10:28Z</dcterms:modified>
</cp:coreProperties>
</file>